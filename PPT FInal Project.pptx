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riqFikriTamamy/Final_Project_Fullstack_Sinau_Koding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8000" dirty="0"/>
              <a:t>Website POS (Point of Sales)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Ariq Fikri Tamamy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8FA9A-8690-53D1-94F6-6242D14F3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Website POS (Point of Sales)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7202B-5814-B7C3-B56F-2821029A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Website POS </a:t>
            </a:r>
            <a:r>
              <a:rPr lang="en-US" dirty="0" err="1"/>
              <a:t>merupakan</a:t>
            </a:r>
            <a:r>
              <a:rPr lang="en-US" dirty="0"/>
              <a:t> website </a:t>
            </a:r>
            <a:r>
              <a:rPr lang="en-US" dirty="0" err="1"/>
              <a:t>uyang</a:t>
            </a:r>
            <a:r>
              <a:rPr lang="en-US" dirty="0"/>
              <a:t> dapat digunakan untuk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transaksi</a:t>
            </a:r>
            <a:r>
              <a:rPr lang="en-US" dirty="0"/>
              <a:t> suatu </a:t>
            </a:r>
            <a:r>
              <a:rPr lang="en-US" dirty="0" err="1"/>
              <a:t>bisnis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 </a:t>
            </a:r>
            <a:r>
              <a:rPr lang="en-US" dirty="0" err="1"/>
              <a:t>dalamnya</a:t>
            </a:r>
            <a:r>
              <a:rPr lang="en-US" dirty="0"/>
              <a:t> </a:t>
            </a:r>
            <a:r>
              <a:rPr lang="en-US" dirty="0" err="1"/>
              <a:t>terdapat</a:t>
            </a:r>
            <a:r>
              <a:rPr lang="en-US" dirty="0"/>
              <a:t> halaman </a:t>
            </a:r>
            <a:r>
              <a:rPr lang="en-US" dirty="0" err="1"/>
              <a:t>utama</a:t>
            </a:r>
            <a:r>
              <a:rPr lang="en-US" dirty="0"/>
              <a:t> untuk </a:t>
            </a:r>
            <a:r>
              <a:rPr lang="en-US" dirty="0" err="1"/>
              <a:t>transaksi</a:t>
            </a:r>
            <a:r>
              <a:rPr lang="en-US" dirty="0"/>
              <a:t>, halaman 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penjualan</a:t>
            </a:r>
            <a:r>
              <a:rPr lang="en-US" dirty="0"/>
              <a:t>, halaman dashboard untuk </a:t>
            </a:r>
            <a:r>
              <a:rPr lang="en-US" dirty="0" err="1"/>
              <a:t>mengelola</a:t>
            </a:r>
            <a:r>
              <a:rPr lang="en-US" dirty="0"/>
              <a:t> item </a:t>
            </a:r>
            <a:r>
              <a:rPr lang="en-US" dirty="0" err="1"/>
              <a:t>hingga</a:t>
            </a:r>
            <a:r>
              <a:rPr lang="en-US" dirty="0"/>
              <a:t> </a:t>
            </a:r>
            <a:r>
              <a:rPr lang="en-US" dirty="0" err="1"/>
              <a:t>transaksi</a:t>
            </a:r>
            <a:r>
              <a:rPr lang="en-US" dirty="0"/>
              <a:t> yang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yang dapat </a:t>
            </a:r>
            <a:r>
              <a:rPr lang="en-US" dirty="0" err="1"/>
              <a:t>menjadi</a:t>
            </a:r>
            <a:r>
              <a:rPr lang="en-US" dirty="0"/>
              <a:t> insight </a:t>
            </a:r>
            <a:r>
              <a:rPr lang="en-US" dirty="0" err="1"/>
              <a:t>dalam</a:t>
            </a:r>
            <a:r>
              <a:rPr lang="en-US" dirty="0"/>
              <a:t> Keputusan </a:t>
            </a:r>
            <a:r>
              <a:rPr lang="en-US" dirty="0" err="1"/>
              <a:t>bisnis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6996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26559-D959-33C4-DBC7-A41CCBEE8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Teknologi</a:t>
            </a:r>
            <a:r>
              <a:rPr lang="en-US" dirty="0"/>
              <a:t> yang Digunakan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4536B-35B3-22FA-A79B-BF4C335AB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HTML (</a:t>
            </a:r>
            <a:r>
              <a:rPr lang="en-US" dirty="0" err="1"/>
              <a:t>prioritas</a:t>
            </a:r>
            <a:r>
              <a:rPr lang="en-US" dirty="0"/>
              <a:t>) sebagai </a:t>
            </a:r>
            <a:r>
              <a:rPr lang="en-US" dirty="0" err="1"/>
              <a:t>bahasa</a:t>
            </a:r>
            <a:r>
              <a:rPr lang="en-US" dirty="0"/>
              <a:t> markup yang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fondasi</a:t>
            </a:r>
            <a:r>
              <a:rPr lang="en-US" dirty="0"/>
              <a:t> </a:t>
            </a:r>
            <a:r>
              <a:rPr lang="en-US" dirty="0" err="1"/>
              <a:t>utama</a:t>
            </a:r>
            <a:r>
              <a:rPr lang="en-US" dirty="0"/>
              <a:t> website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CSS (</a:t>
            </a:r>
            <a:r>
              <a:rPr lang="en-US" dirty="0" err="1"/>
              <a:t>prioritas</a:t>
            </a:r>
            <a:r>
              <a:rPr lang="en-US" dirty="0"/>
              <a:t>) sebagai </a:t>
            </a:r>
            <a:r>
              <a:rPr lang="en-US" dirty="0" err="1"/>
              <a:t>bahasa</a:t>
            </a:r>
            <a:r>
              <a:rPr lang="en-US" dirty="0"/>
              <a:t> yang </a:t>
            </a:r>
            <a:r>
              <a:rPr lang="en-US" dirty="0" err="1"/>
              <a:t>mengatur</a:t>
            </a:r>
            <a:r>
              <a:rPr lang="en-US" dirty="0"/>
              <a:t> </a:t>
            </a:r>
            <a:r>
              <a:rPr lang="en-US" dirty="0" err="1"/>
              <a:t>tampilan</a:t>
            </a:r>
            <a:r>
              <a:rPr lang="en-US" dirty="0"/>
              <a:t> website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Javascript</a:t>
            </a:r>
            <a:r>
              <a:rPr lang="en-US" dirty="0"/>
              <a:t> (</a:t>
            </a:r>
            <a:r>
              <a:rPr lang="en-US" dirty="0" err="1"/>
              <a:t>prioritas</a:t>
            </a:r>
            <a:r>
              <a:rPr lang="en-US" dirty="0"/>
              <a:t>) sebagai </a:t>
            </a:r>
            <a:r>
              <a:rPr lang="en-US" dirty="0" err="1"/>
              <a:t>bahasa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yang </a:t>
            </a:r>
            <a:r>
              <a:rPr lang="en-US" dirty="0" err="1"/>
              <a:t>membuat</a:t>
            </a:r>
            <a:r>
              <a:rPr lang="en-US" dirty="0"/>
              <a:t> website </a:t>
            </a:r>
            <a:r>
              <a:rPr lang="en-US" dirty="0" err="1"/>
              <a:t>menjadi</a:t>
            </a:r>
            <a:r>
              <a:rPr lang="en-US" dirty="0"/>
              <a:t> lebih responsive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TailwindCSS</a:t>
            </a:r>
            <a:r>
              <a:rPr lang="en-US" dirty="0"/>
              <a:t> (on progress) sebagai </a:t>
            </a:r>
            <a:r>
              <a:rPr lang="en-US" dirty="0" err="1"/>
              <a:t>kerangka</a:t>
            </a:r>
            <a:r>
              <a:rPr lang="en-US" dirty="0"/>
              <a:t> kerja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mengatur</a:t>
            </a:r>
            <a:r>
              <a:rPr lang="en-US" dirty="0"/>
              <a:t> </a:t>
            </a:r>
            <a:r>
              <a:rPr lang="en-US" dirty="0" err="1"/>
              <a:t>tampilan</a:t>
            </a:r>
            <a:r>
              <a:rPr lang="en-US" dirty="0"/>
              <a:t> website lebih lanjut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ReactJS &amp; </a:t>
            </a:r>
            <a:r>
              <a:rPr lang="en-US" dirty="0" err="1"/>
              <a:t>NextJs</a:t>
            </a:r>
            <a:r>
              <a:rPr lang="en-US" dirty="0"/>
              <a:t> include (on progress) sebagai </a:t>
            </a:r>
            <a:r>
              <a:rPr lang="en-US" dirty="0" err="1"/>
              <a:t>pustaka</a:t>
            </a:r>
            <a:r>
              <a:rPr lang="en-US" dirty="0"/>
              <a:t> (library)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javascript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sisi</a:t>
            </a:r>
            <a:r>
              <a:rPr lang="en-US" dirty="0"/>
              <a:t> front 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ExpressJS</a:t>
            </a:r>
            <a:r>
              <a:rPr lang="en-ID" dirty="0"/>
              <a:t> (on progress)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kerangka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minimalis</a:t>
            </a:r>
            <a:r>
              <a:rPr lang="en-ID" dirty="0"/>
              <a:t> yang </a:t>
            </a:r>
            <a:r>
              <a:rPr lang="en-ID" dirty="0" err="1"/>
              <a:t>mengatur</a:t>
            </a:r>
            <a:r>
              <a:rPr lang="en-ID" dirty="0"/>
              <a:t> situs web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sisi</a:t>
            </a:r>
            <a:r>
              <a:rPr lang="en-ID" dirty="0"/>
              <a:t> back end</a:t>
            </a:r>
          </a:p>
        </p:txBody>
      </p:sp>
    </p:spTree>
    <p:extLst>
      <p:ext uri="{BB962C8B-B14F-4D97-AF65-F5344CB8AC3E}">
        <p14:creationId xmlns:p14="http://schemas.microsoft.com/office/powerpoint/2010/main" val="3821496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2E157-21F7-9EE8-CACC-F1A7D2829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04D45-99A9-FBAE-41FE-24662ED96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Teknologi</a:t>
            </a:r>
            <a:r>
              <a:rPr lang="en-US" dirty="0"/>
              <a:t> yang Digunakan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52C00-97BA-79A1-42A0-21D6319DD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MySQL (on progress) sebagai </a:t>
            </a:r>
            <a:r>
              <a:rPr lang="en-US" dirty="0" err="1"/>
              <a:t>bahasa</a:t>
            </a:r>
            <a:r>
              <a:rPr lang="en-US" dirty="0"/>
              <a:t> SQL yang </a:t>
            </a:r>
            <a:r>
              <a:rPr lang="en-US" dirty="0" err="1"/>
              <a:t>mengatur</a:t>
            </a:r>
            <a:r>
              <a:rPr lang="en-US" dirty="0"/>
              <a:t> basis data </a:t>
            </a:r>
            <a:r>
              <a:rPr lang="en-US" dirty="0" err="1"/>
              <a:t>dari</a:t>
            </a:r>
            <a:r>
              <a:rPr lang="en-US" dirty="0"/>
              <a:t> website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Vercel</a:t>
            </a:r>
            <a:r>
              <a:rPr lang="en-US" dirty="0"/>
              <a:t> sebagai situs deployment </a:t>
            </a:r>
            <a:r>
              <a:rPr lang="en-US" dirty="0" err="1"/>
              <a:t>dari</a:t>
            </a:r>
            <a:r>
              <a:rPr lang="en-US" dirty="0"/>
              <a:t> situs web yang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dibuat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41019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22691-0859-4159-97F2-6435C250F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Perkembangan Proyek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8DE15-65F1-AEC1-AFD8-2641204AD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Proyek </a:t>
            </a:r>
            <a:r>
              <a:rPr lang="en-US" dirty="0" err="1"/>
              <a:t>diawal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pembuatan </a:t>
            </a:r>
            <a:r>
              <a:rPr lang="en-US" dirty="0" err="1"/>
              <a:t>struktur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website </a:t>
            </a:r>
            <a:r>
              <a:rPr lang="en-US" dirty="0" err="1"/>
              <a:t>menggunakan</a:t>
            </a:r>
            <a:r>
              <a:rPr lang="en-US" dirty="0"/>
              <a:t> HTML, yang </a:t>
            </a:r>
            <a:r>
              <a:rPr lang="en-US" dirty="0" err="1"/>
              <a:t>selanjutnya</a:t>
            </a:r>
            <a:r>
              <a:rPr lang="en-US" dirty="0"/>
              <a:t> diberikan </a:t>
            </a:r>
            <a:r>
              <a:rPr lang="en-US" dirty="0" err="1"/>
              <a:t>pengaturan</a:t>
            </a:r>
            <a:r>
              <a:rPr lang="en-US" dirty="0"/>
              <a:t> </a:t>
            </a:r>
            <a:r>
              <a:rPr lang="en-US" dirty="0" err="1"/>
              <a:t>tampilan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CSS, </a:t>
            </a:r>
            <a:r>
              <a:rPr lang="en-US" dirty="0" err="1"/>
              <a:t>implementasi</a:t>
            </a:r>
            <a:r>
              <a:rPr lang="en-US" dirty="0"/>
              <a:t> </a:t>
            </a:r>
            <a:r>
              <a:rPr lang="en-US" dirty="0" err="1"/>
              <a:t>Javascript</a:t>
            </a:r>
            <a:r>
              <a:rPr lang="en-US" dirty="0"/>
              <a:t> (</a:t>
            </a:r>
            <a:r>
              <a:rPr lang="en-US" dirty="0" err="1"/>
              <a:t>terutama</a:t>
            </a:r>
            <a:r>
              <a:rPr lang="en-US" dirty="0"/>
              <a:t> Document Object Model) sebagai </a:t>
            </a:r>
            <a:r>
              <a:rPr lang="en-US" dirty="0" err="1"/>
              <a:t>bahasa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untuk </a:t>
            </a:r>
            <a:r>
              <a:rPr lang="en-US" dirty="0" err="1"/>
              <a:t>responsivitas</a:t>
            </a:r>
            <a:r>
              <a:rPr lang="en-US" dirty="0"/>
              <a:t> website </a:t>
            </a:r>
            <a:r>
              <a:rPr lang="en-US" dirty="0" err="1"/>
              <a:t>hingga</a:t>
            </a:r>
            <a:r>
              <a:rPr lang="en-US" dirty="0"/>
              <a:t> </a:t>
            </a:r>
            <a:r>
              <a:rPr lang="en-US" dirty="0" err="1"/>
              <a:t>implementasi</a:t>
            </a:r>
            <a:r>
              <a:rPr lang="en-US" dirty="0"/>
              <a:t> backend, database, dan </a:t>
            </a:r>
            <a:r>
              <a:rPr lang="en-US" dirty="0" err="1"/>
              <a:t>impelementasi</a:t>
            </a:r>
            <a:r>
              <a:rPr lang="en-US" dirty="0"/>
              <a:t> </a:t>
            </a:r>
            <a:r>
              <a:rPr lang="en-US" dirty="0" err="1"/>
              <a:t>teknologi</a:t>
            </a:r>
            <a:r>
              <a:rPr lang="en-US" dirty="0"/>
              <a:t> lain untuk </a:t>
            </a:r>
            <a:r>
              <a:rPr lang="en-US" dirty="0" err="1"/>
              <a:t>menunjang</a:t>
            </a:r>
            <a:r>
              <a:rPr lang="en-US" dirty="0"/>
              <a:t> </a:t>
            </a:r>
            <a:r>
              <a:rPr lang="en-US" dirty="0" err="1"/>
              <a:t>kualitas</a:t>
            </a:r>
            <a:r>
              <a:rPr lang="en-US" dirty="0"/>
              <a:t> website yang lebih baik, </a:t>
            </a:r>
            <a:r>
              <a:rPr lang="en-US" dirty="0" err="1"/>
              <a:t>Tahap</a:t>
            </a:r>
            <a:r>
              <a:rPr lang="en-US" dirty="0"/>
              <a:t> </a:t>
            </a:r>
            <a:r>
              <a:rPr lang="en-US" dirty="0" err="1"/>
              <a:t>akhir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deployment agar website dapat </a:t>
            </a:r>
            <a:r>
              <a:rPr lang="en-US" dirty="0" err="1"/>
              <a:t>diakses</a:t>
            </a:r>
            <a:r>
              <a:rPr lang="en-US" dirty="0"/>
              <a:t> secara online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99120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CA65A-308F-5A08-9436-18709B02C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Tantangan</a:t>
            </a:r>
            <a:r>
              <a:rPr lang="en-US" dirty="0"/>
              <a:t> dan Solusi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C0A54-780C-4DFF-74D9-31922A458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Banyak </a:t>
            </a:r>
            <a:r>
              <a:rPr lang="en-US" dirty="0" err="1"/>
              <a:t>tantangan</a:t>
            </a:r>
            <a:r>
              <a:rPr lang="en-US" dirty="0"/>
              <a:t> yang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pengembangan</a:t>
            </a:r>
            <a:r>
              <a:rPr lang="en-US" dirty="0"/>
              <a:t> situs web ini mulai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banyaknya</a:t>
            </a:r>
            <a:r>
              <a:rPr lang="en-US" dirty="0"/>
              <a:t> bug, error, baik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sisi</a:t>
            </a:r>
            <a:r>
              <a:rPr lang="en-US" dirty="0"/>
              <a:t> syntax, logic, </a:t>
            </a:r>
            <a:r>
              <a:rPr lang="en-US" dirty="0" err="1"/>
              <a:t>maupun</a:t>
            </a:r>
            <a:r>
              <a:rPr lang="en-US" dirty="0"/>
              <a:t> runtime. Selain itu </a:t>
            </a:r>
            <a:r>
              <a:rPr lang="en-US" dirty="0" err="1"/>
              <a:t>ketatnya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</a:t>
            </a:r>
            <a:r>
              <a:rPr lang="en-US" dirty="0" err="1"/>
              <a:t>pribadi</a:t>
            </a:r>
            <a:r>
              <a:rPr lang="en-US" dirty="0"/>
              <a:t> </a:t>
            </a:r>
            <a:r>
              <a:rPr lang="en-US" dirty="0" err="1"/>
              <a:t>menjadikan</a:t>
            </a:r>
            <a:r>
              <a:rPr lang="en-US" dirty="0"/>
              <a:t> proses </a:t>
            </a:r>
            <a:r>
              <a:rPr lang="en-US" dirty="0" err="1"/>
              <a:t>memprogram</a:t>
            </a:r>
            <a:r>
              <a:rPr lang="en-US" dirty="0"/>
              <a:t> penuh </a:t>
            </a:r>
            <a:r>
              <a:rPr lang="en-US" dirty="0" err="1"/>
              <a:t>hambatan</a:t>
            </a:r>
            <a:r>
              <a:rPr lang="en-US" dirty="0"/>
              <a:t> dan </a:t>
            </a:r>
            <a:r>
              <a:rPr lang="en-US" dirty="0" err="1"/>
              <a:t>distraksi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Untuk </a:t>
            </a:r>
            <a:r>
              <a:rPr lang="en-US" dirty="0" err="1"/>
              <a:t>menghadapi</a:t>
            </a:r>
            <a:r>
              <a:rPr lang="en-US" dirty="0"/>
              <a:t> </a:t>
            </a:r>
            <a:r>
              <a:rPr lang="en-US" dirty="0" err="1"/>
              <a:t>tantangan</a:t>
            </a:r>
            <a:r>
              <a:rPr lang="en-US" dirty="0"/>
              <a:t> tersebut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membaca</a:t>
            </a:r>
            <a:r>
              <a:rPr lang="en-US" dirty="0"/>
              <a:t> </a:t>
            </a:r>
            <a:r>
              <a:rPr lang="en-US" dirty="0" err="1"/>
              <a:t>referensi</a:t>
            </a:r>
            <a:r>
              <a:rPr lang="en-US" dirty="0"/>
              <a:t> </a:t>
            </a:r>
            <a:r>
              <a:rPr lang="en-US" dirty="0" err="1"/>
              <a:t>maupun</a:t>
            </a:r>
            <a:r>
              <a:rPr lang="en-US" dirty="0"/>
              <a:t> </a:t>
            </a:r>
            <a:r>
              <a:rPr lang="en-US" dirty="0" err="1"/>
              <a:t>dokumentasi</a:t>
            </a:r>
            <a:r>
              <a:rPr lang="en-US" dirty="0"/>
              <a:t> terkait bug, error, dan masalah program lainnya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situs secara daring </a:t>
            </a:r>
            <a:r>
              <a:rPr lang="en-US" dirty="0" err="1"/>
              <a:t>hingga</a:t>
            </a:r>
            <a:r>
              <a:rPr lang="en-US" dirty="0"/>
              <a:t> </a:t>
            </a:r>
            <a:r>
              <a:rPr lang="en-US" dirty="0" err="1"/>
              <a:t>implementasi</a:t>
            </a:r>
            <a:r>
              <a:rPr lang="en-US" dirty="0"/>
              <a:t> Artificial Intelligence (AI) sebagai </a:t>
            </a:r>
            <a:r>
              <a:rPr lang="en-US" dirty="0" err="1"/>
              <a:t>optimalisasi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 </a:t>
            </a:r>
            <a:r>
              <a:rPr lang="en-US" dirty="0" err="1"/>
              <a:t>solusi</a:t>
            </a:r>
            <a:r>
              <a:rPr lang="en-US" dirty="0"/>
              <a:t> program yang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. Selain itu </a:t>
            </a:r>
            <a:r>
              <a:rPr lang="en-US" dirty="0" err="1"/>
              <a:t>dibuat</a:t>
            </a:r>
            <a:r>
              <a:rPr lang="en-US" dirty="0"/>
              <a:t> juga timeline pengerjaan tiap </a:t>
            </a:r>
            <a:r>
              <a:rPr lang="en-US" dirty="0" err="1"/>
              <a:t>segmen</a:t>
            </a:r>
            <a:r>
              <a:rPr lang="en-US" dirty="0"/>
              <a:t> </a:t>
            </a:r>
            <a:r>
              <a:rPr lang="en-US" dirty="0" err="1"/>
              <a:t>nya</a:t>
            </a:r>
            <a:r>
              <a:rPr lang="en-US" dirty="0"/>
              <a:t> agar </a:t>
            </a:r>
            <a:r>
              <a:rPr lang="en-US" dirty="0" err="1"/>
              <a:t>memiliki</a:t>
            </a:r>
            <a:r>
              <a:rPr lang="en-US" dirty="0"/>
              <a:t> target </a:t>
            </a:r>
            <a:r>
              <a:rPr lang="en-US" dirty="0" err="1"/>
              <a:t>waktu</a:t>
            </a:r>
            <a:r>
              <a:rPr lang="en-US" dirty="0"/>
              <a:t> yang jelas </a:t>
            </a:r>
            <a:r>
              <a:rPr lang="en-US" dirty="0" err="1"/>
              <a:t>walaupun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implementasinya</a:t>
            </a:r>
            <a:r>
              <a:rPr lang="en-US" dirty="0"/>
              <a:t> belum </a:t>
            </a:r>
            <a:r>
              <a:rPr lang="en-US" dirty="0" err="1"/>
              <a:t>berhasil</a:t>
            </a:r>
            <a:r>
              <a:rPr lang="en-US" dirty="0"/>
              <a:t> </a:t>
            </a:r>
            <a:r>
              <a:rPr lang="en-US" dirty="0" err="1"/>
              <a:t>terutama</a:t>
            </a:r>
            <a:r>
              <a:rPr lang="en-US" dirty="0"/>
              <a:t> </a:t>
            </a:r>
            <a:r>
              <a:rPr lang="en-US" dirty="0" err="1"/>
              <a:t>disebabkan</a:t>
            </a:r>
            <a:r>
              <a:rPr lang="en-US" dirty="0"/>
              <a:t> </a:t>
            </a:r>
            <a:r>
              <a:rPr lang="en-US" dirty="0" err="1"/>
              <a:t>munculnya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hal</a:t>
            </a:r>
            <a:r>
              <a:rPr lang="en-US" dirty="0"/>
              <a:t> secara </a:t>
            </a:r>
            <a:r>
              <a:rPr lang="en-US" dirty="0" err="1"/>
              <a:t>tiba</a:t>
            </a:r>
            <a:r>
              <a:rPr lang="en-US" dirty="0"/>
              <a:t> </a:t>
            </a:r>
            <a:r>
              <a:rPr lang="en-US" dirty="0" err="1"/>
              <a:t>tiba</a:t>
            </a:r>
            <a:r>
              <a:rPr lang="en-US" dirty="0"/>
              <a:t> yang lebih urgent dan lebih </a:t>
            </a:r>
            <a:r>
              <a:rPr lang="en-US" dirty="0" err="1"/>
              <a:t>mendesak</a:t>
            </a:r>
            <a:r>
              <a:rPr lang="en-US" dirty="0"/>
              <a:t> baik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segi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</a:t>
            </a:r>
            <a:r>
              <a:rPr lang="en-US" dirty="0" err="1"/>
              <a:t>maupun</a:t>
            </a:r>
            <a:r>
              <a:rPr lang="en-US" dirty="0"/>
              <a:t> </a:t>
            </a:r>
            <a:r>
              <a:rPr lang="en-US" dirty="0" err="1"/>
              <a:t>dampak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terus</a:t>
            </a:r>
            <a:r>
              <a:rPr lang="en-US" dirty="0"/>
              <a:t> </a:t>
            </a:r>
            <a:r>
              <a:rPr lang="en-US" dirty="0" err="1"/>
              <a:t>menggeser</a:t>
            </a:r>
            <a:r>
              <a:rPr lang="en-US" dirty="0"/>
              <a:t> dan </a:t>
            </a:r>
            <a:r>
              <a:rPr lang="en-US" dirty="0" err="1"/>
              <a:t>menyita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pembuatan program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48539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DCCA5-22A2-C8BE-80A4-F0B6C9C7C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</a:t>
            </a:r>
            <a:r>
              <a:rPr lang="en-US" dirty="0" err="1"/>
              <a:t>Repositori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7179F-782A-5A73-77CB-6D558BF4F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 </a:t>
            </a:r>
            <a:r>
              <a:rPr lang="en-US" dirty="0" err="1"/>
              <a:t>Github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https://github.com/AriqFikriTamamy/Final_Project_Fullstack_Sinau_Koding/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2947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ECF26-78CA-38A0-D6B8-898F53E3EC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Demo Website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825703-3165-77B1-1F5F-38BC0478F1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06897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1DCD76-BC50-FD2B-191A-195E6B3B2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D25252B5-7E7A-BF5F-A87C-7722D7F91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1511D6-0CC0-E94A-11F5-8600D1AC4D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anchor="ctr">
            <a:normAutofit/>
          </a:bodyPr>
          <a:lstStyle/>
          <a:p>
            <a:pPr lvl="0"/>
            <a:r>
              <a:rPr lang="en-US" sz="4800" i="1" dirty="0" err="1">
                <a:solidFill>
                  <a:srgbClr val="FFFFFF"/>
                </a:solidFill>
              </a:rPr>
              <a:t>Sekian</a:t>
            </a:r>
            <a:r>
              <a:rPr lang="en-US" sz="4800" i="1" dirty="0">
                <a:solidFill>
                  <a:srgbClr val="FFFFFF"/>
                </a:solidFill>
              </a:rPr>
              <a:t> dan Terima Kasih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AC17235-C0B9-5AF4-1F57-C007F7A7A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031AFA-C859-70CA-4897-978DD905D3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57142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{7F17A062-E7C2-4EC5-AACF-9E94F7DF0B4E}TFf0a5ceae-4542-492d-822e-d65a94fb0e1e3b562c5a_win32-009a0557e699</Template>
  <TotalTime>58</TotalTime>
  <Words>399</Words>
  <Application>Microsoft Office PowerPoint</Application>
  <PresentationFormat>Widescreen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Bookman Old Style</vt:lpstr>
      <vt:lpstr>Calibri</vt:lpstr>
      <vt:lpstr>Franklin Gothic Book</vt:lpstr>
      <vt:lpstr>Custom</vt:lpstr>
      <vt:lpstr>Website POS (Point of Sales)</vt:lpstr>
      <vt:lpstr>Website POS (Point of Sales)</vt:lpstr>
      <vt:lpstr>Teknologi yang Digunakan</vt:lpstr>
      <vt:lpstr>Teknologi yang Digunakan</vt:lpstr>
      <vt:lpstr>Perkembangan Proyek</vt:lpstr>
      <vt:lpstr>Tantangan dan Solusi</vt:lpstr>
      <vt:lpstr>Link Repositori</vt:lpstr>
      <vt:lpstr>Demo Website</vt:lpstr>
      <vt:lpstr>Sekian dan 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Ariq Tamamy</dc:creator>
  <cp:lastModifiedBy>Ariq Tamamy</cp:lastModifiedBy>
  <cp:revision>4</cp:revision>
  <dcterms:created xsi:type="dcterms:W3CDTF">2026-02-01T04:38:15Z</dcterms:created>
  <dcterms:modified xsi:type="dcterms:W3CDTF">2026-02-01T05:36:20Z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